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อัตรา Transaction ต่อ Batch — พุ่งขึ้น 10 เท่าช่วง Flash Sale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ต่อ Batch (5 วินาที)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ปกติ
(t=0-20s)</c:v>
                  </c:pt>
                  <c:pt idx="1">
                    <c:v>Flash Sale
(t=25-40s)</c:v>
                  </c:pt>
                  <c:pt idx="2">
                    <c:v>กลับสู่ปกติ
(t=45-95s)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100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Calibri"/>
              </a:rPr>
              <a:t>ยอดขายรายช่วงเวลา (ข้อมูลจริงจาก pos_data) — Flash Sale ชัดเจน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(THB)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46:30</c:v>
                  </c:pt>
                  <c:pt idx="1">
                    <c:v>46:45</c:v>
                  </c:pt>
                  <c:pt idx="2">
                    <c:v>47:00</c:v>
                  </c:pt>
                  <c:pt idx="3">
                    <c:v>47:15</c:v>
                  </c:pt>
                  <c:pt idx="4">
                    <c:v>47:30</c:v>
                  </c:pt>
                  <c:pt idx="5">
                    <c:v>47:45</c:v>
                  </c:pt>
                  <c:pt idx="6">
                    <c:v>48:00</c:v>
                  </c:pt>
                  <c:pt idx="7">
                    <c:v>48:15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1150</c:v>
                </c:pt>
                <c:pt idx="1">
                  <c:v>3764</c:v>
                </c:pt>
                <c:pt idx="2">
                  <c:v>25677</c:v>
                </c:pt>
                <c:pt idx="3">
                  <c:v>24198</c:v>
                </c:pt>
                <c:pt idx="4">
                  <c:v>3233</c:v>
                </c:pt>
                <c:pt idx="5">
                  <c:v>4433</c:v>
                </c:pt>
                <c:pt idx="6">
                  <c:v>3274</c:v>
                </c:pt>
                <c:pt idx="7">
                  <c:v>1093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389120" cy="438912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PIPELINE ARCHITECTURE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Data Pipeline Architecture &amp; Anomaly Detection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for Enterprise POS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1-4: Workload Generation · Resilient Airflow Ingestion · Live Analytics Dashboard · Architectural Benchmark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5120640" cy="123444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50749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นายกันต์กวี รามศรี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รหัสนักศึกษา 6900102365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นำเสนอวันที่ 15 กันยายน 2569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วัตถุประสงค์และขอบเขตการนำเสนอ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1109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Advanced Workload &amp; Edge Case Generation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951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Flash Sale, Late-Arriving Data และ Data Quality Issues ในระบบ POS จริง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27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09981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Resilient Airflow Ingestion Pipeline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48386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Operator, TaskFlow API, Idempotency และ Dynamic Alerting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165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885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Live Analytics Dashboard &amp; Secure Deployment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6725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พร้อม Moving Average และ Anomaly Highlighting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6052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605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4772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Architectural Report &amp; Performance Analysis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86130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เชิงตัวเลข และข้อเสนอสถาปัตยกรรมสำหรับ 10,000 TPS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ภาพรวมสถาปัตยกรรมของระบบ (End-to-End)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330452" y="2496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30452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53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741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33172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98064" y="2331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3534156" y="2496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4156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43784" y="2953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43784" y="33741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batch files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233172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01768" y="2331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737860" y="2496312"/>
            <a:ext cx="402336" cy="40233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3786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2953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33741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Sensor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TaskFlow API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33172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05472" y="2331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7941564" y="2496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41564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51192" y="2953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51192" y="33741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pos_transactions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(idempotent upsert)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079992" y="233172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409176" y="23317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3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45268" y="24963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5268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54896" y="29535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454896" y="33741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highlight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416052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BEAE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3484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4297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→ Telegram / Slack Webhook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ทุกขั้นตอนออกแบบให้ Idempotent — รัน DAG ซ้ำกี่ครั้ง ข้อมูลใน PostgreSQL จะไม่ซ้ำซ้อน (ยืนยันด้วยการทดสอบจริง)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Workload &amp; Edge Case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จำลองสถานการณ์จริงของระบบ POS ด้วย Python script (scripts/workload_generator.py) เพิ่มเติมจากยอดขายปกติ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3F5FB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423160"/>
            <a:ext cx="731520" cy="7315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162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ยอดขายพุ่งสูงขึ้น 10 เท่าชั่วขณะ (configurable burst window)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441198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19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Data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event_time ล่าช้ากว่าเวลาจริง จำลอง Network/Device Latency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3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9234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923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 ID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ยิง transaction_id ซ้ำจากรายการก่อนหน้าโดยตั้งใจ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214884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3F5F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72700" y="2423160"/>
            <a:ext cx="731520" cy="7315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727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Total Amount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39776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Total Amount ติดลบ เพื่อทดสอบ Data Quality Validation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scripts/workload_generator.py — CLI configurable: --flash-sale-at, --late-arrival-rate, --duplicate-rate, --negative-amount-rate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ผลการทดลองจริง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ผลการรัน Workload Generator บนระบบจริง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69164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3F5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18013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6916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ที่สร้างทั้งหมด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29400" y="301752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3F5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0" y="312724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3017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Inject โดยตั้งใจ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29400" y="434340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F3F5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0" y="44531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10×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3434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Multiplier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 Flash Sale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5715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ทดสอบจริงด้วยคำสั่ง: python workload_generator.py --duration 100 --flash-sale-at 25 --flash-sale-multiplier 10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Airflow Ingestion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dags/pos_ingestion_pipeline.py — ออกแบบตามมาตรฐาน Clean Code ด้วย TaskFlow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04288"/>
            <a:ext cx="128016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Operator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945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FileSensor(deferrable=True) แทน mode='poke' — คืน Worker Slot ระหว่างรอไฟล์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55848"/>
            <a:ext cx="128016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246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API + XCom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246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@dag / @task decorator ส่งข้อมูลระหว่าง task ผ่าน XCom ตลอด pipeline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407408"/>
            <a:ext cx="128016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297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Cleanse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297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... ON CONFLICT DO UPDATE — รัน DAG ซ้ำข้อมูลไม่ซ้ำซ้อน 100%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458968"/>
            <a:ext cx="128016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5349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Alerting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349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แจ้งเตือนอัตโนมัติผ่าน Telegram/Slack Webhook เมื่อพบ Anomaly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RESOURCE OPTIMIZATION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Deferrable Operator vs. FileSensor แบบดั้งเดิม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3F5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mode='poke'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5603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"running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(ตลอดการรอ)"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ครอบครอง Worker Slot ตลอดเวลา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3F5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mode='reschedule'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53712" y="25603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"up_for_reschedule"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337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 Slot ระหว่างรอบ poke_interval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1965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deferrable=True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30184" y="25603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0184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"deferred"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33375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 Slot ทั้งหมด — Triggerer จัดการแทน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ยืนยันด้วยการรันจริง: benchmark_sensors.py วัด task_states_seen ของทั้ง 3 DAG ตรงตามที่ออกแบบไว้ทุกกรณี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IDEMPOTENCY &amp; DATA CLEANSE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รัน DAG ซ้ำกี่ครั้ง ข้อมูลก็ไม่ซ้ำซ้อน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09360" cy="3200400"/>
          </a:xfrm>
          <a:prstGeom prst="roundRect">
            <a:avLst>
              <a:gd name="adj" fmla="val 2286"/>
            </a:avLst>
          </a:prstGeom>
          <a:solidFill>
            <a:srgbClr val="1A1F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pos_transactions (...)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(...)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CONFLICT (transaction_id)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UPDATE SET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total_amount = EXCLUDED.total_amount,
    is_anomaly    = EXCLUDED.is_anomaly,
    updated_at    = now()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 (xmax = 0) AS was_insert;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86600" y="1645920"/>
            <a:ext cx="452628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7830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ผลทดสอบจริง (reprocess ไฟล์เดิมซ้ำ 2 ครั้ง)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21488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</a:t>
            </a:r>
            <a:pPr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rows (ไม่เปลี่ยน)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086600" y="3291840"/>
            <a:ext cx="4526280" cy="155448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ไม่ถูกทิ้ง แต่ถูก Flag ไว้ตรวจสอบ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37947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duplicate_in_batch · late_arrival · negative_total_amount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บันทึกลง pos_anomalies พร้อม UNIQUE(transaction_id, anomaly_type) ป้องกัน log ซ้ำ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late_arrival วัดจาก file landing time (mtime) ไม่ใช่ wall-clock ขณะประมวลผล — เพื่อให้ผล deterministic ทุกครั้งที่ rerun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DYNAMIC ALERTING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ระบบแจ้งเตือนอัตโนมัติเมื่อพบ Anomaly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load_to_postgres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นับจำนวน anomaly ที่พบในแต่ละ batch ผ่าน XCom summary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192024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53712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check_and_alert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anomaly_count &gt; 0 แล้วประกอบข้อความแจ้งเตือน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45552" y="192024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3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3018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Dispatch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3154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ส่งผ่าน Telegram Bot API หรือ Slack Incoming Webhook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622024" y="1920240"/>
            <a:ext cx="256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A1F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343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anomaly alert: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anomalous transaction(s) out of 30 in this batch (24 new, 6 reloaded).
</a:t>
            </a:r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ไม่มี BOT token → ระบบ log ข้อความเดียวกันแบบ dry-run โดยไม่ทำให้ DAG fail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Analytics Dashboard (Streamlit)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คำนวณ Moving Average ซ้อนทับกราฟยอดขาย และไฮไลต์แถวที่เป็น Anomaly ด้วยสีแดงในตาราง Transaction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1554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509760" y="1554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Loaded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269748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55280" y="2697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509760" y="2697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Anomalies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0" y="384048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3F5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384048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0" y="38404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SECURE 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การเปิดใช้งาน Dashboard ผ่าน HTTPS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647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7647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 พร้อม requirements.txt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17647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เสร็จสมบูรณ์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9992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8437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Database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2843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บน Neon (Serverless) — migrate ข้อมูลจริง 542 แถว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555480" y="284378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เสร็จสมบูรณ์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0782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92277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Deploy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92277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 เชื่อมกับ GitHub Repo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555480" y="3922776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เสร็จสมบูรณ์ — Live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URL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pos-anomaly-pipeline-duga3in95l2i7apb78xzee.streamlit.app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GitHub (source) → Streamlit Community Cloud (hosting + HTTPS) → Neon PostgreSQL (public serverless DB) — ข้อมูลจาก local pipeline ถูก migrate ขึ้นจริง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BENCHMARK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วิธีการวัดผล Poke vs Reschedule vs Deferrable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dags/sensor_benchmark_dags.py — สร้าง 3 DAG ที่เหมือนกันทุกจุด ต่างกันเฉพาะ Sensor Mode เพื่อตัดตัวแปรกวน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94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ทั้ง 3 DAG โดยยังไม่มี trigger file (บังคับให้ sensor ต้องรอจริง)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07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สุ่มตัวอย่างทุก 5 วินาที เป็นเวลา 30 วินาที: Task State + docker stats (CPU/Memory) ของ scheduler และ triggerer container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667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2102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trigger file เพื่อปลด sensor แล้วบันทึก final DAG run state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7997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33425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เขียนผลลง report/benchmark_results.csv สำหรับวิเคราะห์ต่อ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3F5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รันจริงบน docker-compose stack (Airflow 2.10.3 + Postgres 15) ในโปรเจกต์นี้ — ไม่ใช่ผลจำลอง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ผลการทดลองจริง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ผลลัพธ์ Benchmark: Worker Slot Occupancy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2011680"/>
                <a:gridCol w="201168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State ระหว่างรอ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ครอบครองตลอด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up_for_reschedule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คืนบางส่วน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คืนทั้งหมด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886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ข้อสรุปสำคัญ: task_states_seen ตรงตามการออกแบบทุกกรณี — เป็นตัวชี้วัดที่แม่นยำกว่า CPU% ที่ขนาดการทดสอบเล็ก เพราะ CPU% ที่ scheduler ถูกครอบงำโดย housekeeping ของ Airflow เอง ไม่ใช่ sensor loop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A1F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4937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Scale ใหญ่ (หลายสิบ/หลายร้อย DAG run รอพร้อมกัน): poke ต้องใช้ 1 worker slot ต่อการรอ 1 ครั้งเสมอ, reschedule ต้อง requeue ผ่าน scheduler ทุกรอบ poke_interval, ส่วน deferrable ใช้เพียงหน่วยความจำเล็กน้อยใน Triggerer เท่านั้น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SCALABILITY PROPOSAL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ข้อเสนอสถาปัตยกรรมสำหรับ 10,000 Transactions/วินาที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ปัจจุบัน (Assignment)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ที่ 10,000 TPS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landing + FileSensor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 (partition by store_id)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batch DAG ทุก 2 นาที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Flink / Kafka Streams (continuous)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CONFLICT DO UPDATE (Postgres)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exactly-once + upsert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(row-store)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 / Druid / BigQuery (columnar)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task ต่อ DAG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CEP (rolling z-score)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task → 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consumer บน anomaly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เหตุผล: หน่วยงานเดิมคือ "1 DAG run ต่อ 1 ไฟล์" ที่ 10,000 TPS หน่วยงานต้องเปลี่ยนเป็น "stream processing ต่อเนื่อง" — เป็นการเปลี่ยนเชิงคุณภาพ ไม่ใช่แค่ scale infra เดิมให้ใหญ่ขึ้น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สรุปผลลัพธ์เทียบกับเกณฑ์การประเมิน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8288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Resilience &amp; Data Quality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2402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ยืนยันด้วยการทดสอบจริง (58→58) · Anomaly ถูก flag ไม่ถูกทิ้ง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907792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0779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99923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Airflow Architecture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41071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Deferrable Operator + TaskFlow API + XCom ยืนยัน state จริงตรงตามออกแบบ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078224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78224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16966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Report &amp; Trade-offs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458114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ตัวเลขจริง + ข้อเสนอ Scalability สำหรับ 10,000 TPS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248656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48656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53400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Public Deployment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575157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บน Streamlit Cloud ผ่าน HTTPS จริง · Neon PostgreSQL สาธารณะ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นายกันต์กวี รามศรี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รหัสนักศึกษา 6900102365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2026-09-14T04:28:40Z</dcterms:created>
  <dcterms:modified xsi:type="dcterms:W3CDTF">2026-09-14T04:28:40Z</dcterms:modified>
</cp:coreProperties>
</file>